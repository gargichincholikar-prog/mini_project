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Alice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 Semi-Bold" panose="020B0604020202020204" charset="0"/>
      <p:regular r:id="rId19"/>
    </p:embeddedFont>
    <p:embeddedFont>
      <p:font typeface="Montserrat Ultra-Bold" panose="020B0604020202020204" charset="0"/>
      <p:regular r:id="rId20"/>
    </p:embeddedFont>
    <p:embeddedFont>
      <p:font typeface="Poppins Semi-Bold" panose="020B0604020202020204" charset="0"/>
      <p:regular r:id="rId21"/>
    </p:embeddedFont>
    <p:embeddedFont>
      <p:font typeface="The Seasons" panose="020B0604020202020204" charset="0"/>
      <p:regular r:id="rId22"/>
    </p:embeddedFont>
    <p:embeddedFont>
      <p:font typeface="The Seaso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7" d="100"/>
          <a:sy n="37" d="100"/>
        </p:scale>
        <p:origin x="1519" y="6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58891" y="2138291"/>
            <a:ext cx="4785953" cy="478595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10310479">
            <a:off x="14991300" y="3224070"/>
            <a:ext cx="2229637" cy="222963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57214" y="9358745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92276" y="838200"/>
            <a:ext cx="12928724" cy="333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1800AD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FOP MINI PROJECT: </a:t>
            </a:r>
          </a:p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1800AD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ROCK, PAPER AND SCISSOR GAME</a:t>
            </a:r>
          </a:p>
          <a:p>
            <a:pPr algn="ctr">
              <a:lnSpc>
                <a:spcPts val="8680"/>
              </a:lnSpc>
              <a:spcBef>
                <a:spcPct val="0"/>
              </a:spcBef>
            </a:pPr>
            <a:endParaRPr lang="en-US" sz="6200" b="1" dirty="0">
              <a:solidFill>
                <a:srgbClr val="1800AD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151990" y="4262688"/>
            <a:ext cx="7138392" cy="598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5170FF"/>
                </a:solidFill>
                <a:latin typeface="Alice"/>
                <a:ea typeface="Alice"/>
                <a:cs typeface="Alice"/>
                <a:sym typeface="Alice"/>
              </a:rPr>
              <a:t>GROUP MEMBERS: 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5170F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5170FF"/>
                </a:solidFill>
                <a:latin typeface="Alice"/>
                <a:ea typeface="Alice"/>
                <a:cs typeface="Alice"/>
                <a:sym typeface="Alice"/>
              </a:rPr>
              <a:t>Gargi Chincholikar- 1262253218 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5170FF"/>
                </a:solidFill>
                <a:latin typeface="Alice"/>
                <a:ea typeface="Alice"/>
                <a:cs typeface="Alice"/>
                <a:sym typeface="Alice"/>
              </a:rPr>
              <a:t>Laxmi Panjwani- 1262252366 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5170FF"/>
                </a:solidFill>
                <a:latin typeface="Alice"/>
                <a:ea typeface="Alice"/>
                <a:cs typeface="Alice"/>
                <a:sym typeface="Alice"/>
              </a:rPr>
              <a:t>Bhoomi Khabiya- 1262251962 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5170FF"/>
                </a:solidFill>
                <a:latin typeface="Alice"/>
                <a:ea typeface="Alice"/>
                <a:cs typeface="Alice"/>
                <a:sym typeface="Alice"/>
              </a:rPr>
              <a:t>Gargi Dhote- 1262251463 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5170FF"/>
                </a:solidFill>
                <a:latin typeface="Alice"/>
                <a:ea typeface="Alice"/>
                <a:cs typeface="Alice"/>
                <a:sym typeface="Alice"/>
              </a:rPr>
              <a:t>Gayatri Gawade- 1262251008</a:t>
            </a:r>
          </a:p>
          <a:p>
            <a:pPr algn="l">
              <a:lnSpc>
                <a:spcPts val="8742"/>
              </a:lnSpc>
              <a:spcBef>
                <a:spcPct val="0"/>
              </a:spcBef>
            </a:pPr>
            <a:endParaRPr lang="en-US" sz="3999">
              <a:solidFill>
                <a:srgbClr val="5170FF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5826" y="1177324"/>
            <a:ext cx="7932353" cy="793235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0" y="1101124"/>
            <a:ext cx="6263148" cy="324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1800AD"/>
                </a:solidFill>
                <a:latin typeface="Alice"/>
                <a:ea typeface="Alice"/>
                <a:cs typeface="Alice"/>
                <a:sym typeface="Alice"/>
              </a:rPr>
              <a:t>INTERACTIVE USER INPUT VALIDATION: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uses </a:t>
            </a:r>
            <a:r>
              <a:rPr lang="en-US" sz="3500" dirty="0" err="1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printf</a:t>
            </a:r>
            <a:r>
              <a:rPr lang="en-US" sz="35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() and </a:t>
            </a:r>
            <a:r>
              <a:rPr lang="en-US" sz="3500" dirty="0" err="1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scanf</a:t>
            </a:r>
            <a:r>
              <a:rPr lang="en-US" sz="35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() for interaction and validates user input to prevent invalid choice.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7214" y="9358745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94062" y="2825750"/>
            <a:ext cx="4734117" cy="444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>
                <a:solidFill>
                  <a:srgbClr val="1800AD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KEY FEATURES OF OUR GAME: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21340" y="5141167"/>
            <a:ext cx="5908468" cy="4097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1800AD"/>
                </a:solidFill>
                <a:latin typeface="Alice"/>
                <a:ea typeface="Alice"/>
                <a:cs typeface="Alice"/>
                <a:sym typeface="Alice"/>
              </a:rPr>
              <a:t>EFFICIENT USE OF MODULO OPERATOR: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rand() %3 ensures the 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random number stays within 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valid game options(0, 1, 2).</a:t>
            </a:r>
          </a:p>
          <a:p>
            <a:pPr algn="ctr">
              <a:lnSpc>
                <a:spcPts val="6844"/>
              </a:lnSpc>
              <a:spcBef>
                <a:spcPct val="0"/>
              </a:spcBef>
            </a:pPr>
            <a:endParaRPr lang="en-US" sz="3500" dirty="0">
              <a:solidFill>
                <a:srgbClr val="006CCD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9144000" y="1177324"/>
            <a:ext cx="407555" cy="40755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21340" y="5217367"/>
            <a:ext cx="407555" cy="40755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407555" cy="40755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57214" y="9358745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995678" y="2895600"/>
            <a:ext cx="407555" cy="40755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952500"/>
            <a:ext cx="5075278" cy="457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1800AD"/>
                </a:solidFill>
                <a:latin typeface="Alice"/>
                <a:ea typeface="Alice"/>
                <a:cs typeface="Alice"/>
                <a:sym typeface="Alice"/>
              </a:rPr>
              <a:t>RANDOM COMPUTER CHOICE GENERATION: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uses rand() and </a:t>
            </a:r>
            <a:r>
              <a:rPr lang="en-US" sz="3500" dirty="0" err="1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srand</a:t>
            </a:r>
            <a:r>
              <a:rPr lang="en-US" sz="35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() to generate unpredictable computer moves.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6CCD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995678" y="2819400"/>
            <a:ext cx="4704199" cy="457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1800AD"/>
                </a:solidFill>
                <a:latin typeface="Alice"/>
                <a:ea typeface="Alice"/>
                <a:cs typeface="Alice"/>
                <a:sym typeface="Alice"/>
              </a:rPr>
              <a:t>STRUCTURED GAME LOGIC USING 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1800AD"/>
                </a:solidFill>
                <a:latin typeface="Alice"/>
                <a:ea typeface="Alice"/>
                <a:cs typeface="Alice"/>
                <a:sym typeface="Alice"/>
              </a:rPr>
              <a:t>CONDITION: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implements game rules 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using if-else or switch case for accurate decision making.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61256" y="4686300"/>
            <a:ext cx="4498044" cy="457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1800AD"/>
                </a:solidFill>
                <a:latin typeface="Alice"/>
                <a:ea typeface="Alice"/>
                <a:cs typeface="Alice"/>
                <a:sym typeface="Alice"/>
              </a:rPr>
              <a:t>MULTIPLE ROUNDS WITH SCORE TRACKING: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uses loops to allow replay and variables to maintain user and computer scores.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761256" y="4762500"/>
            <a:ext cx="407555" cy="40755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75EE3B3F-4F5E-48F1-A667-9E113BC59B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433" y="388377"/>
            <a:ext cx="5285867" cy="39095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3835D5-D208-4DBE-BE48-C728E1EA0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14" y="6062387"/>
            <a:ext cx="5075278" cy="26181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57214" y="9358745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780849"/>
            <a:ext cx="15715222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The program starts in main() and initializes variables. 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User enters a choice (rock, paper or scissors).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Computer generates a random choice using rand().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Conditional statements compare both choices. 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The result (win/ lose/ tie) is displayed.</a:t>
            </a: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The loop allows the game to continue till either the user or the computer earns 3 points and wins the game.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40239" y="811589"/>
            <a:ext cx="11607523" cy="304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>
                <a:solidFill>
                  <a:srgbClr val="1800AD"/>
                </a:solidFill>
                <a:latin typeface="The Seasons"/>
                <a:ea typeface="The Seasons"/>
                <a:cs typeface="The Seasons"/>
                <a:sym typeface="The Seasons"/>
              </a:rPr>
              <a:t>UNDERSTANDING OF HOW OUR </a:t>
            </a:r>
          </a:p>
          <a:p>
            <a:pPr algn="ctr">
              <a:lnSpc>
                <a:spcPts val="8680"/>
              </a:lnSpc>
            </a:pPr>
            <a:r>
              <a:rPr lang="en-US" sz="6200">
                <a:solidFill>
                  <a:srgbClr val="1800AD"/>
                </a:solidFill>
                <a:latin typeface="The Seasons"/>
                <a:ea typeface="The Seasons"/>
                <a:cs typeface="The Seasons"/>
                <a:sym typeface="The Seasons"/>
              </a:rPr>
              <a:t>GAME FUNCTIONS: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endParaRPr lang="en-US" sz="6200">
              <a:solidFill>
                <a:srgbClr val="1800AD"/>
              </a:solidFill>
              <a:latin typeface="The Seasons"/>
              <a:ea typeface="The Seasons"/>
              <a:cs typeface="The Seasons"/>
              <a:sym typeface="The Seasons"/>
            </a:endParaRPr>
          </a:p>
        </p:txBody>
      </p:sp>
      <p:grpSp>
        <p:nvGrpSpPr>
          <p:cNvPr id="7" name="Group 7"/>
          <p:cNvGrpSpPr/>
          <p:nvPr/>
        </p:nvGrpSpPr>
        <p:grpSpPr>
          <a:xfrm rot="10310479">
            <a:off x="652945" y="606726"/>
            <a:ext cx="2229637" cy="222963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10310479">
            <a:off x="15406910" y="640738"/>
            <a:ext cx="2197728" cy="219772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11FFF8-A820-4751-BF1A-AD9E66C72B4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pPr algn="ctr"/>
            <a:r>
              <a:rPr lang="en-US" dirty="0"/>
              <a:t> </a:t>
            </a:r>
          </a:p>
          <a:p>
            <a:pPr algn="ctr"/>
            <a:r>
              <a:rPr lang="en-US" sz="6600" dirty="0">
                <a:solidFill>
                  <a:srgbClr val="1800AD"/>
                </a:solidFill>
                <a:latin typeface="Alice"/>
                <a:ea typeface="Alice"/>
                <a:cs typeface="Alice"/>
                <a:sym typeface="Alice"/>
              </a:rPr>
              <a:t>THE GAME LOGIC:</a:t>
            </a:r>
            <a:r>
              <a:rPr lang="en-US" sz="6200" dirty="0">
                <a:latin typeface="The Seasons Bold" panose="020B0604020202020204" charset="0"/>
              </a:rPr>
              <a:t>   </a:t>
            </a:r>
          </a:p>
          <a:p>
            <a:pPr algn="ctr"/>
            <a:endParaRPr lang="en-US" sz="6200" dirty="0">
              <a:latin typeface="The Seasons Bold" panose="020B0604020202020204" charset="0"/>
            </a:endParaRPr>
          </a:p>
          <a:p>
            <a:pPr algn="just"/>
            <a:r>
              <a:rPr lang="en-US" sz="48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We will have to translate the hand gestures into numbers so the computer understands them, and then handle all the possible win/loss combinations and also makes it user friendly.</a:t>
            </a:r>
          </a:p>
          <a:p>
            <a:pPr algn="just"/>
            <a:endParaRPr lang="en-US" sz="4800" dirty="0">
              <a:solidFill>
                <a:srgbClr val="006CCD"/>
              </a:solidFill>
              <a:latin typeface="Alice"/>
              <a:ea typeface="Alice"/>
              <a:cs typeface="Alice"/>
              <a:sym typeface="Alice"/>
            </a:endParaRPr>
          </a:p>
          <a:p>
            <a:pPr algn="just"/>
            <a:r>
              <a:rPr lang="en-US" sz="48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To make this work in C, we map the choices to integers-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0 = ROCK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1 = PAPER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2 = SCISSORS </a:t>
            </a:r>
            <a:endParaRPr lang="en-AE" sz="4800" dirty="0">
              <a:latin typeface="The Seasons Bold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4055A-6821-4A08-AFA3-2B2D78734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825" y="5981700"/>
            <a:ext cx="4694349" cy="411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4BDB4B-B379-4DF6-95ED-6A69F392BB16}"/>
              </a:ext>
            </a:extLst>
          </p:cNvPr>
          <p:cNvSpPr txBox="1"/>
          <p:nvPr/>
        </p:nvSpPr>
        <p:spPr>
          <a:xfrm>
            <a:off x="957214" y="9358745"/>
            <a:ext cx="1621100" cy="31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 dirty="0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</p:spTree>
    <p:extLst>
      <p:ext uri="{BB962C8B-B14F-4D97-AF65-F5344CB8AC3E}">
        <p14:creationId xmlns:p14="http://schemas.microsoft.com/office/powerpoint/2010/main" val="3883623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213059"/>
            <a:ext cx="7878932" cy="6417705"/>
          </a:xfrm>
          <a:custGeom>
            <a:avLst/>
            <a:gdLst/>
            <a:ahLst/>
            <a:cxnLst/>
            <a:rect l="l" t="t" r="r" b="b"/>
            <a:pathLst>
              <a:path w="7878932" h="6417705">
                <a:moveTo>
                  <a:pt x="0" y="0"/>
                </a:moveTo>
                <a:lnTo>
                  <a:pt x="7878932" y="0"/>
                </a:lnTo>
                <a:lnTo>
                  <a:pt x="7878932" y="6417706"/>
                </a:lnTo>
                <a:lnTo>
                  <a:pt x="0" y="64177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877600" y="2213059"/>
            <a:ext cx="7381700" cy="7045241"/>
          </a:xfrm>
          <a:custGeom>
            <a:avLst/>
            <a:gdLst/>
            <a:ahLst/>
            <a:cxnLst/>
            <a:rect l="l" t="t" r="r" b="b"/>
            <a:pathLst>
              <a:path w="7381700" h="7045241">
                <a:moveTo>
                  <a:pt x="0" y="0"/>
                </a:moveTo>
                <a:lnTo>
                  <a:pt x="7381700" y="0"/>
                </a:lnTo>
                <a:lnTo>
                  <a:pt x="7381700" y="7045241"/>
                </a:lnTo>
                <a:lnTo>
                  <a:pt x="0" y="7045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7214" y="9358745"/>
            <a:ext cx="1621100" cy="31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 dirty="0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18500" y="369253"/>
            <a:ext cx="7106900" cy="1032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dirty="0">
                <a:solidFill>
                  <a:srgbClr val="1800AD"/>
                </a:solidFill>
                <a:latin typeface="The Seasons"/>
                <a:ea typeface="The Seasons"/>
                <a:cs typeface="The Seasons"/>
                <a:sym typeface="The Seasons"/>
              </a:rPr>
              <a:t>C PROGRAM CODE: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3" name="Freeform 3"/>
          <p:cNvSpPr/>
          <p:nvPr/>
        </p:nvSpPr>
        <p:spPr>
          <a:xfrm>
            <a:off x="1028700" y="2668235"/>
            <a:ext cx="7886184" cy="4950530"/>
          </a:xfrm>
          <a:custGeom>
            <a:avLst/>
            <a:gdLst/>
            <a:ahLst/>
            <a:cxnLst/>
            <a:rect l="l" t="t" r="r" b="b"/>
            <a:pathLst>
              <a:path w="7886184" h="4950530">
                <a:moveTo>
                  <a:pt x="0" y="0"/>
                </a:moveTo>
                <a:lnTo>
                  <a:pt x="7886184" y="0"/>
                </a:lnTo>
                <a:lnTo>
                  <a:pt x="7886184" y="4950530"/>
                </a:lnTo>
                <a:lnTo>
                  <a:pt x="0" y="4950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2668235"/>
            <a:ext cx="8398921" cy="4950530"/>
          </a:xfrm>
          <a:custGeom>
            <a:avLst/>
            <a:gdLst/>
            <a:ahLst/>
            <a:cxnLst/>
            <a:rect l="l" t="t" r="r" b="b"/>
            <a:pathLst>
              <a:path w="8398921" h="4950530">
                <a:moveTo>
                  <a:pt x="0" y="0"/>
                </a:moveTo>
                <a:lnTo>
                  <a:pt x="8398921" y="0"/>
                </a:lnTo>
                <a:lnTo>
                  <a:pt x="8398921" y="4950530"/>
                </a:lnTo>
                <a:lnTo>
                  <a:pt x="0" y="4950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7214" y="9358745"/>
            <a:ext cx="1621100" cy="31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 dirty="0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Freeform 3"/>
          <p:cNvSpPr/>
          <p:nvPr/>
        </p:nvSpPr>
        <p:spPr>
          <a:xfrm>
            <a:off x="1953303" y="2790807"/>
            <a:ext cx="6800608" cy="6202848"/>
          </a:xfrm>
          <a:custGeom>
            <a:avLst/>
            <a:gdLst/>
            <a:ahLst/>
            <a:cxnLst/>
            <a:rect l="l" t="t" r="r" b="b"/>
            <a:pathLst>
              <a:path w="6800608" h="6202848">
                <a:moveTo>
                  <a:pt x="0" y="0"/>
                </a:moveTo>
                <a:lnTo>
                  <a:pt x="6800609" y="0"/>
                </a:lnTo>
                <a:lnTo>
                  <a:pt x="6800609" y="6202848"/>
                </a:lnTo>
                <a:lnTo>
                  <a:pt x="0" y="6202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Freeform 4"/>
          <p:cNvSpPr/>
          <p:nvPr/>
        </p:nvSpPr>
        <p:spPr>
          <a:xfrm>
            <a:off x="9538813" y="2790807"/>
            <a:ext cx="6669097" cy="6202848"/>
          </a:xfrm>
          <a:custGeom>
            <a:avLst/>
            <a:gdLst/>
            <a:ahLst/>
            <a:cxnLst/>
            <a:rect l="l" t="t" r="r" b="b"/>
            <a:pathLst>
              <a:path w="6669097" h="6202848">
                <a:moveTo>
                  <a:pt x="0" y="0"/>
                </a:moveTo>
                <a:lnTo>
                  <a:pt x="6669097" y="0"/>
                </a:lnTo>
                <a:lnTo>
                  <a:pt x="6669097" y="6202848"/>
                </a:lnTo>
                <a:lnTo>
                  <a:pt x="0" y="6202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474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7214" y="9358745"/>
            <a:ext cx="1621100" cy="31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 dirty="0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1122" y="838200"/>
            <a:ext cx="3269278" cy="99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 dirty="0">
                <a:solidFill>
                  <a:srgbClr val="1800AD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OUTPUT: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3" name="TextBox 3"/>
          <p:cNvSpPr txBox="1"/>
          <p:nvPr/>
        </p:nvSpPr>
        <p:spPr>
          <a:xfrm>
            <a:off x="957214" y="9358745"/>
            <a:ext cx="1621100" cy="31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 dirty="0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615673"/>
            <a:ext cx="13885426" cy="580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49" lvl="1" indent="-593725" algn="l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Writing structured c programs</a:t>
            </a:r>
          </a:p>
          <a:p>
            <a:pPr marL="1187449" lvl="1" indent="-593725" algn="l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Using conditional statements effectively </a:t>
            </a:r>
          </a:p>
          <a:p>
            <a:pPr marL="1187449" lvl="1" indent="-593725" algn="l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Working with loops </a:t>
            </a:r>
          </a:p>
          <a:p>
            <a:pPr marL="1187449" lvl="1" indent="-593725" algn="l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Generating random numbers </a:t>
            </a:r>
          </a:p>
          <a:p>
            <a:pPr marL="1187449" lvl="1" indent="-593725" algn="l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Improving debugging skills </a:t>
            </a:r>
          </a:p>
          <a:p>
            <a:pPr marL="1187449" lvl="1" indent="-593725" algn="l">
              <a:lnSpc>
                <a:spcPts val="7699"/>
              </a:lnSpc>
              <a:spcBef>
                <a:spcPct val="0"/>
              </a:spcBef>
              <a:buFont typeface="Arial"/>
              <a:buChar char="•"/>
            </a:pPr>
            <a:r>
              <a:rPr lang="en-US" sz="54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Enhancing logical thinking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8960" y="780309"/>
            <a:ext cx="7388840" cy="1957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1800AD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WHAT WE LEARNED:</a:t>
            </a:r>
          </a:p>
          <a:p>
            <a:pPr algn="ctr">
              <a:lnSpc>
                <a:spcPts val="6346"/>
              </a:lnSpc>
              <a:spcBef>
                <a:spcPct val="0"/>
              </a:spcBef>
            </a:pPr>
            <a:endParaRPr lang="en-US" sz="6200" b="1" dirty="0">
              <a:solidFill>
                <a:srgbClr val="1800AD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90600" y="9358745"/>
            <a:ext cx="1621100" cy="31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 dirty="0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54400"/>
            <a:ext cx="16230600" cy="580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49" lvl="1" indent="-593725" algn="l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Used in decision making situations </a:t>
            </a:r>
          </a:p>
          <a:p>
            <a:pPr marL="1187449" lvl="1" indent="-593725" algn="l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Basic concepts used in game development </a:t>
            </a:r>
          </a:p>
          <a:p>
            <a:pPr marL="1187449" lvl="1" indent="-593725" algn="l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Helps understand AI-based decision logic </a:t>
            </a:r>
          </a:p>
          <a:p>
            <a:pPr marL="1187449" lvl="1" indent="-593725" algn="l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Foundation for developing larger interactive programs</a:t>
            </a:r>
          </a:p>
          <a:p>
            <a:pPr algn="l">
              <a:lnSpc>
                <a:spcPts val="7699"/>
              </a:lnSpc>
            </a:pPr>
            <a:endParaRPr lang="en-US" sz="5499">
              <a:solidFill>
                <a:srgbClr val="006CCD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547652" y="838200"/>
            <a:ext cx="9192696" cy="223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1800AD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REAL LIFE APPLICATIONS:</a:t>
            </a:r>
          </a:p>
          <a:p>
            <a:pPr algn="ctr">
              <a:lnSpc>
                <a:spcPts val="8680"/>
              </a:lnSpc>
              <a:spcBef>
                <a:spcPct val="0"/>
              </a:spcBef>
            </a:pPr>
            <a:endParaRPr lang="en-US" sz="6200" b="1">
              <a:solidFill>
                <a:srgbClr val="1800AD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57214" y="9358745"/>
            <a:ext cx="1621100" cy="31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 dirty="0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9329" y="2435265"/>
            <a:ext cx="4673978" cy="441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2"/>
              </a:lnSpc>
              <a:spcBef>
                <a:spcPct val="0"/>
              </a:spcBef>
            </a:pPr>
            <a:r>
              <a:rPr lang="en-US" sz="5001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successfully developed a stone paper scissor game in 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79632" y="4010957"/>
            <a:ext cx="5174883" cy="353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improved understanding of programming logic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031470" y="5029200"/>
            <a:ext cx="4226571" cy="353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6CCD"/>
                </a:solidFill>
                <a:latin typeface="Alice"/>
                <a:ea typeface="Alice"/>
                <a:cs typeface="Alice"/>
                <a:sym typeface="Alice"/>
              </a:rPr>
              <a:t>learned how to use random numbers and conditions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23554" y="838200"/>
            <a:ext cx="5287446" cy="99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 dirty="0">
                <a:solidFill>
                  <a:srgbClr val="1800AD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CONCLUSION:</a:t>
            </a:r>
            <a:endParaRPr lang="en-US" sz="6200" b="1" dirty="0">
              <a:solidFill>
                <a:srgbClr val="006CCD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29329" y="2549565"/>
            <a:ext cx="407555" cy="4075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79632" y="4125257"/>
            <a:ext cx="407555" cy="40755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827693" y="5143500"/>
            <a:ext cx="407555" cy="40755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61112" y="4950971"/>
            <a:ext cx="3841350" cy="103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1" dirty="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7214" y="9358745"/>
            <a:ext cx="1621100" cy="31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 dirty="0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02461" y="4950971"/>
            <a:ext cx="2917713" cy="103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1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You.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60143" y="3944628"/>
            <a:ext cx="2917713" cy="103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1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You.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18794" y="3944628"/>
            <a:ext cx="3841350" cy="1000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1" dirty="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60143" y="6061854"/>
            <a:ext cx="2917713" cy="103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1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You.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18794" y="6061854"/>
            <a:ext cx="3841350" cy="103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1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387</Words>
  <Application>Microsoft Office PowerPoint</Application>
  <PresentationFormat>Custom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Montserrat Semi-Bold</vt:lpstr>
      <vt:lpstr>Alice</vt:lpstr>
      <vt:lpstr>The Seasons</vt:lpstr>
      <vt:lpstr>Arial</vt:lpstr>
      <vt:lpstr>Montserrat Ultra-Bold</vt:lpstr>
      <vt:lpstr>The Seasons Bold</vt:lpstr>
      <vt:lpstr>Calibri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FOP MINI PROJECT: STONE ,PAPER AND SCISSOR</dc:title>
  <dc:creator>Lakshmi Panjwani</dc:creator>
  <cp:lastModifiedBy>DELL</cp:lastModifiedBy>
  <cp:revision>8</cp:revision>
  <dcterms:created xsi:type="dcterms:W3CDTF">2006-08-16T00:00:00Z</dcterms:created>
  <dcterms:modified xsi:type="dcterms:W3CDTF">2026-02-17T09:26:40Z</dcterms:modified>
  <dc:identifier>DAHBe_RSw68</dc:identifier>
</cp:coreProperties>
</file>